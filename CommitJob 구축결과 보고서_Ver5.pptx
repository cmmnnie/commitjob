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04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08" y="27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이력서와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으로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25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실시간 채용정보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 </a:t>
            </a:r>
            <a:r>
              <a:rPr lang="ko-KR" altLang="en-US" sz="125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시 시간 지연되기에 대신에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기반으로 채용공고 추천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!!)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25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25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2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 API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합산점수는 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endParaRPr lang="en-US" altLang="ko-KR" sz="125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5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544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기출질문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</a:t>
            </a:r>
            <a:r>
              <a:rPr lang="ko-KR" altLang="en-US" sz="13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생성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프로필과 실시간 </a:t>
            </a:r>
            <a:r>
              <a:rPr lang="ko-KR" altLang="en-US" sz="1300" b="1" u="sng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기출질문 정보를 바탕으로 면접 질문을 생성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기출질문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1298</TotalTime>
  <Words>1621</Words>
  <Application>Microsoft Office PowerPoint</Application>
  <PresentationFormat>A4 용지(210x297mm)</PresentationFormat>
  <Paragraphs>206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73</cp:revision>
  <dcterms:created xsi:type="dcterms:W3CDTF">2025-10-08T14:40:45Z</dcterms:created>
  <dcterms:modified xsi:type="dcterms:W3CDTF">2025-10-09T12:19:43Z</dcterms:modified>
</cp:coreProperties>
</file>